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70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E654-7E5B-22D2-6211-78F6342BC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14412-2495-432D-0A76-C7B4AF423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706E-6B80-7053-CFB7-45CBC537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F6AE0-314F-B13C-85A4-3E0FFCB0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DC46D-B863-2BEB-FB71-28162546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9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CA99-9065-CE97-F3E3-4B612272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8D8C3-01D6-7E71-977C-FC5C0B011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C84E4-E121-04B5-4BDC-6FC9B507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2E22F-49D1-0129-A056-8AD2DE48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90AB6-FB73-31F9-9010-4D83DBA4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5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FCA6-C880-2783-110D-0150E78C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8B3A4-2D12-0E3F-4CE3-9ADC856A8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D607-A26E-ABB1-7605-4A1E25D9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7BB2C-194B-0092-766A-ACC5EE11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55B01-EAF0-E75D-5ADC-254AB931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3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A4C0-BB5A-E5F1-4A5B-3B98A216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3975B-6604-0964-54ED-513B3C59E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9D36B-B0B1-2FC9-80D2-9EF09579C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E38A5-0A2A-64C1-E398-C28047E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7E72C-9EAD-98AF-E54D-88A13C68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DB439-3485-2318-B191-92AFCAFF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9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9AEB-136B-E6BC-F3C4-3259DEEA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21829-A497-1AE8-116D-10E59DE7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5109B-410C-1203-D49C-9729D7558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4D865-47EF-0FED-DBDB-CC563831C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CF089-D561-457B-A7DF-C4A0497C3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8C89B-C274-ADA6-89FD-9D50EC7F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8A86E-FCEE-9ECB-FB6B-78071843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024F2E-5EA6-0660-3C0E-8D8B3293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4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2838-96FA-04CB-725B-3BAD0DD1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F5A81-F50D-03E5-37EC-E780DCE1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1072D-C3FB-2C0E-1892-3088BF58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9D2B5-355D-E73E-B71C-D82C593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A0B80-251F-F032-D062-D40C3BA4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A4F57C-4F6E-A77A-D868-1D22AD61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0AA29-F41F-F121-62A4-A584B366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0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B1F3-4010-0FDD-6C6F-B5DEF932C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2A9D2-2C5A-0847-DCF6-E6CEDAC18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1E6C7-DEFE-50EE-5FC3-1A99D6EC2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CA2C7-9730-CDCA-4914-81F588A8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F475E-C5B5-1938-3B52-8D16A399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D02E2-12E9-8360-6174-2554A5A8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7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DD094-05B7-BBBF-6443-65AF009D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7E33A-5E26-87F3-CCB8-E9BB1BC24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4FB48-C565-FE7D-593E-78F291561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77922-0357-DBF9-1F3B-5B946177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7D5A5-202B-7E27-071D-02CE9CE0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82C44-724C-42D2-3152-D4013A23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21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899F-59CA-E457-AAFF-81D6E8F7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C2BD6-C1EC-23DE-9E12-E8D1D9FC0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15630-16D0-6F56-EEE8-90BCD78A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9D564-054B-1422-60DB-5CC44E48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41156-D6B4-8100-BFD5-B5C249CB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65336-5D11-AA87-2116-135BD36EE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EAB58-3405-E2B1-766F-8D8E9167E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511E3-0152-3DA1-9665-57741D0D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73C2F-71B8-56A6-4E75-285454F0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0BF57-BFA9-D493-588A-33728CF7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4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A6CFFA-058F-39AB-8ED1-BAF2ABF27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6A003-ECE5-9F1D-B449-5FC087E53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CC732-5B30-8B53-3176-016553596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B1CDD-F290-46C1-BB83-5110602C0432}" type="datetimeFigureOut">
              <a:rPr lang="en-US" smtClean="0"/>
              <a:t>12-Jan-26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55452-F113-25BF-AF88-16BF6361E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B30C9-14F7-FB51-8E0F-18BF4ECEE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7BFD2-7007-43ED-861D-9DC39A476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16CD-CB41-2C62-0D20-F280DA495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Induction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79BF4-7F7B-F7BC-BDD1-96AD505DE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Shahrukh Mohiuddin</a:t>
            </a:r>
          </a:p>
        </p:txBody>
      </p:sp>
    </p:spTree>
    <p:extLst>
      <p:ext uri="{BB962C8B-B14F-4D97-AF65-F5344CB8AC3E}">
        <p14:creationId xmlns:p14="http://schemas.microsoft.com/office/powerpoint/2010/main" val="3833149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086C-DDEC-EF16-317E-14A70057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747" y="333561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Game Concept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DB170C7-38F3-C657-3D38-85B02E7DE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747" y="1022556"/>
            <a:ext cx="9870505" cy="55018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6333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5C13-AB28-2636-6734-7AF50308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approach and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4BD76-1E44-5C5B-6CA0-973086C07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 approach was using exec() in main code</a:t>
            </a:r>
          </a:p>
          <a:p>
            <a:r>
              <a:rPr lang="en-US" dirty="0"/>
              <a:t>Issues: </a:t>
            </a:r>
            <a:r>
              <a:rPr lang="en-US" dirty="0">
                <a:highlight>
                  <a:srgbClr val="FFFF00"/>
                </a:highlight>
              </a:rPr>
              <a:t>Many</a:t>
            </a:r>
          </a:p>
          <a:p>
            <a:pPr lvl="1"/>
            <a:r>
              <a:rPr lang="en-US" dirty="0"/>
              <a:t>Full access to:</a:t>
            </a:r>
          </a:p>
          <a:p>
            <a:pPr lvl="2"/>
            <a:r>
              <a:rPr lang="en-US" dirty="0"/>
              <a:t>File system</a:t>
            </a:r>
          </a:p>
          <a:p>
            <a:pPr lvl="2"/>
            <a:r>
              <a:rPr lang="en-US" dirty="0"/>
              <a:t>Env Variables</a:t>
            </a:r>
          </a:p>
          <a:p>
            <a:pPr lvl="2"/>
            <a:r>
              <a:rPr lang="en-US" dirty="0"/>
              <a:t>Network</a:t>
            </a:r>
          </a:p>
          <a:p>
            <a:pPr lvl="2"/>
            <a:r>
              <a:rPr lang="en-US" dirty="0"/>
              <a:t>Internals (Python)</a:t>
            </a:r>
          </a:p>
          <a:p>
            <a:r>
              <a:rPr lang="en-US" dirty="0"/>
              <a:t>So, if someone “guessed” this code: </a:t>
            </a:r>
          </a:p>
          <a:p>
            <a:r>
              <a:rPr lang="pt-BR" dirty="0"/>
              <a:t>import os </a:t>
            </a:r>
            <a:br>
              <a:rPr lang="pt-BR" dirty="0"/>
            </a:br>
            <a:r>
              <a:rPr lang="pt-BR" dirty="0"/>
              <a:t>os.system("rm -rf /") // The whole system’s os would be wiped.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D00E-A448-C4AB-1040-D850BDBB1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1 (VE)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45C7E-E86B-0F79-DF6E-F271CF0C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Use a virtual environment</a:t>
            </a:r>
          </a:p>
          <a:p>
            <a:r>
              <a:rPr lang="en-US" dirty="0"/>
              <a:t>But… a virtual env doesn’t provide:</a:t>
            </a:r>
          </a:p>
          <a:p>
            <a:pPr lvl="1"/>
            <a:r>
              <a:rPr lang="en-US" dirty="0"/>
              <a:t>Filesystem Isolation</a:t>
            </a:r>
          </a:p>
          <a:p>
            <a:pPr lvl="1"/>
            <a:r>
              <a:rPr lang="en-US" dirty="0"/>
              <a:t>Network Isolation</a:t>
            </a:r>
          </a:p>
          <a:p>
            <a:pPr lvl="1"/>
            <a:r>
              <a:rPr lang="en-US" dirty="0"/>
              <a:t>Process Isolation</a:t>
            </a:r>
          </a:p>
          <a:p>
            <a:pPr lvl="1"/>
            <a:r>
              <a:rPr lang="en-US" dirty="0"/>
              <a:t>No CPU/ main memory (RAM) limitations</a:t>
            </a:r>
          </a:p>
          <a:p>
            <a:pPr lvl="1"/>
            <a:r>
              <a:rPr lang="en-US" dirty="0"/>
              <a:t>No security boundaries</a:t>
            </a:r>
          </a:p>
          <a:p>
            <a:r>
              <a:rPr lang="en-US" dirty="0"/>
              <a:t>What a VE offers is isolation of dependencies, not behavior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3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A1A0-1CC3-F1A5-44A4-D3F86847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2 (Containers)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4955C-3E3E-9B19-4565-F998349F4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Sidecar (Sleeping/ </a:t>
            </a:r>
            <a:r>
              <a:rPr lang="en-US" dirty="0" err="1"/>
              <a:t>longliving</a:t>
            </a:r>
            <a:r>
              <a:rPr lang="en-US" dirty="0"/>
              <a:t>) Container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40B80B-BAAE-E3E3-CAC6-832A6DF77F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Weak security</a:t>
            </a:r>
          </a:p>
          <a:p>
            <a:r>
              <a:rPr lang="en-US" dirty="0"/>
              <a:t>Run once and used again and again</a:t>
            </a:r>
          </a:p>
          <a:p>
            <a:r>
              <a:rPr lang="en-US" dirty="0"/>
              <a:t>Partially Isolated</a:t>
            </a:r>
          </a:p>
          <a:p>
            <a:r>
              <a:rPr lang="en-US" dirty="0"/>
              <a:t>State leak is possible</a:t>
            </a:r>
          </a:p>
          <a:p>
            <a:r>
              <a:rPr lang="en-US" dirty="0"/>
              <a:t>Not always reproducible</a:t>
            </a:r>
          </a:p>
          <a:p>
            <a:r>
              <a:rPr lang="en-US" dirty="0">
                <a:highlight>
                  <a:srgbClr val="FFFF00"/>
                </a:highlight>
              </a:rPr>
              <a:t>Not so complex to implement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652866-9527-2AA0-8536-96EE0917A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Ephemeral (Short lived) Container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EE9EE-CF30-5D80-E4E1-95400CE77E6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Strong security</a:t>
            </a:r>
          </a:p>
          <a:p>
            <a:r>
              <a:rPr lang="en-US" dirty="0"/>
              <a:t>Run once per guess from scratch</a:t>
            </a:r>
          </a:p>
          <a:p>
            <a:r>
              <a:rPr lang="en-US" dirty="0"/>
              <a:t>Fully isolated</a:t>
            </a:r>
          </a:p>
          <a:p>
            <a:r>
              <a:rPr lang="en-US" dirty="0"/>
              <a:t>State leak proof</a:t>
            </a:r>
          </a:p>
          <a:p>
            <a:r>
              <a:rPr lang="en-US" dirty="0"/>
              <a:t>Reproducible</a:t>
            </a:r>
          </a:p>
          <a:p>
            <a:r>
              <a:rPr lang="en-US" dirty="0"/>
              <a:t>Robust </a:t>
            </a:r>
          </a:p>
          <a:p>
            <a:r>
              <a:rPr lang="en-US" dirty="0"/>
              <a:t>More complicated to implement and manage</a:t>
            </a:r>
          </a:p>
        </p:txBody>
      </p:sp>
    </p:spTree>
    <p:extLst>
      <p:ext uri="{BB962C8B-B14F-4D97-AF65-F5344CB8AC3E}">
        <p14:creationId xmlns:p14="http://schemas.microsoft.com/office/powerpoint/2010/main" val="42503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1C6F00-CE5F-1EF5-258C-B1795F9A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Ephemeral Containers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A8D8A0-0A69-7408-96CA-D0AE0B5B1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by </a:t>
            </a:r>
            <a:r>
              <a:rPr lang="en-US" dirty="0" err="1"/>
              <a:t>CodeForces</a:t>
            </a:r>
            <a:r>
              <a:rPr lang="en-US" dirty="0"/>
              <a:t> and </a:t>
            </a:r>
            <a:r>
              <a:rPr lang="en-US" dirty="0" err="1"/>
              <a:t>LeetCode</a:t>
            </a:r>
            <a:endParaRPr lang="en-US" dirty="0"/>
          </a:p>
          <a:p>
            <a:r>
              <a:rPr lang="en-US" dirty="0"/>
              <a:t>ML evaluation harnesses</a:t>
            </a:r>
          </a:p>
          <a:p>
            <a:r>
              <a:rPr lang="en-US" dirty="0"/>
              <a:t>Secure sandboxes</a:t>
            </a:r>
          </a:p>
          <a:p>
            <a:r>
              <a:rPr lang="en-US" dirty="0"/>
              <a:t>Cloud function execution</a:t>
            </a:r>
          </a:p>
          <a:p>
            <a:endParaRPr lang="en-US" dirty="0"/>
          </a:p>
          <a:p>
            <a:r>
              <a:rPr lang="en-US" dirty="0"/>
              <a:t>Therefore: A reliable, reproducible, safe and widely used solution to adapt to</a:t>
            </a:r>
          </a:p>
        </p:txBody>
      </p:sp>
    </p:spTree>
    <p:extLst>
      <p:ext uri="{BB962C8B-B14F-4D97-AF65-F5344CB8AC3E}">
        <p14:creationId xmlns:p14="http://schemas.microsoft.com/office/powerpoint/2010/main" val="284445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A30C-BFD1-6F84-80A2-7919ABF1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5823F-EB3C-8E92-98C6-BA67CCD32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runs in the container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CF7531-906A-F374-5D19-C344753CD4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guessed function</a:t>
            </a:r>
          </a:p>
          <a:p>
            <a:r>
              <a:rPr lang="en-US" dirty="0"/>
              <a:t>Execution of test cases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48E062-EF9C-72FB-9AC9-D7A3E1708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What runs outside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BE97BB-ABC4-CF69-C0A0-1005741397E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Game logic</a:t>
            </a:r>
          </a:p>
          <a:p>
            <a:r>
              <a:rPr lang="en-US" dirty="0"/>
              <a:t>Turn handling</a:t>
            </a:r>
          </a:p>
          <a:p>
            <a:r>
              <a:rPr lang="en-US" dirty="0"/>
              <a:t>Scoring and logging</a:t>
            </a:r>
          </a:p>
          <a:p>
            <a:r>
              <a:rPr lang="en-US" dirty="0"/>
              <a:t>Input Generation</a:t>
            </a:r>
          </a:p>
          <a:p>
            <a:r>
              <a:rPr lang="en-US" dirty="0"/>
              <a:t>Ground truth function</a:t>
            </a:r>
          </a:p>
          <a:p>
            <a:r>
              <a:rPr lang="en-US" dirty="0"/>
              <a:t>Result comparison</a:t>
            </a:r>
          </a:p>
        </p:txBody>
      </p:sp>
    </p:spTree>
    <p:extLst>
      <p:ext uri="{BB962C8B-B14F-4D97-AF65-F5344CB8AC3E}">
        <p14:creationId xmlns:p14="http://schemas.microsoft.com/office/powerpoint/2010/main" val="102921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7CB63F3-F617-1FF1-4860-6156F15B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2CB911-101D-101B-E7C4-72EE97633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Guesser Submits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Framework provides test cases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Ephemeral container spins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execution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 cases are tested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Results returned to framework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Container destroyed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Evaluation of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689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5395-55C5-EF12-DB66-1FA47675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22181-195E-7F5B-6B75-BEBC8FE74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a small sandbox outside of the game to see if it works</a:t>
            </a:r>
          </a:p>
          <a:p>
            <a:r>
              <a:rPr lang="en-US" dirty="0"/>
              <a:t>After that successfully worked</a:t>
            </a:r>
          </a:p>
          <a:p>
            <a:r>
              <a:rPr lang="en-US" dirty="0"/>
              <a:t>Integrated into framework</a:t>
            </a:r>
          </a:p>
          <a:p>
            <a:endParaRPr lang="en-US" dirty="0"/>
          </a:p>
          <a:p>
            <a:r>
              <a:rPr lang="en-US" dirty="0"/>
              <a:t>Results: A safe, robust and mostly reliable framework</a:t>
            </a:r>
          </a:p>
        </p:txBody>
      </p:sp>
    </p:spTree>
    <p:extLst>
      <p:ext uri="{BB962C8B-B14F-4D97-AF65-F5344CB8AC3E}">
        <p14:creationId xmlns:p14="http://schemas.microsoft.com/office/powerpoint/2010/main" val="129232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9098-B9E8-3DAC-3A3B-7E913828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6368"/>
            <a:ext cx="10515600" cy="1325563"/>
          </a:xfrm>
        </p:spPr>
        <p:txBody>
          <a:bodyPr/>
          <a:lstStyle/>
          <a:p>
            <a:r>
              <a:rPr lang="en-US" dirty="0"/>
              <a:t>Sandbox response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500F82-0A6C-8A44-3C6D-CE60FDE55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802" y="1115568"/>
            <a:ext cx="9077991" cy="54923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40665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B8C9-3698-25F4-8957-EF2A937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test cases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33EC-6949-1CA3-9FB7-86FD3B2DC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Look at the expected input type (str. Int, list, etc.)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Generate a matching random value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edge cases (empty values, negative values, really large numbers, all kinds of strings)</a:t>
            </a:r>
          </a:p>
          <a:p>
            <a:pPr marL="0" indent="0">
              <a:buNone/>
            </a:pPr>
            <a:r>
              <a:rPr lang="en-US" dirty="0"/>
              <a:t>```</a:t>
            </a:r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dirty="0"/>
              <a:t>List[int] </a:t>
            </a:r>
          </a:p>
          <a:p>
            <a:pPr marL="0" indent="0">
              <a:buNone/>
            </a:pPr>
            <a:r>
              <a:rPr lang="en-US" dirty="0"/>
              <a:t>	sees the input should be a List</a:t>
            </a:r>
          </a:p>
          <a:p>
            <a:pPr marL="0" indent="0">
              <a:buNone/>
            </a:pPr>
            <a:r>
              <a:rPr lang="en-US" dirty="0"/>
              <a:t>	chooses a random length</a:t>
            </a:r>
          </a:p>
          <a:p>
            <a:pPr marL="0" indent="0">
              <a:buNone/>
            </a:pPr>
            <a:r>
              <a:rPr lang="en-US" dirty="0"/>
              <a:t>	Fills it with random numbers and edge cases</a:t>
            </a:r>
          </a:p>
          <a:p>
            <a:pPr marL="0" indent="0">
              <a:buNone/>
            </a:pPr>
            <a:r>
              <a:rPr lang="en-US" dirty="0"/>
              <a:t>	[0, -1, 8, 32, …]</a:t>
            </a:r>
          </a:p>
          <a:p>
            <a:pPr marL="0" indent="0">
              <a:buNone/>
            </a:pPr>
            <a:r>
              <a:rPr lang="en-US" dirty="0"/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256999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813D-E183-2B3D-098C-4F4388AFB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03606" cy="1325563"/>
          </a:xfrm>
        </p:spPr>
        <p:txBody>
          <a:bodyPr/>
          <a:lstStyle/>
          <a:p>
            <a:r>
              <a:rPr lang="en-US" dirty="0"/>
              <a:t>When the model fails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D107-66E6-D3C7-2056-C83E53ED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3981" cy="4351338"/>
          </a:xfrm>
        </p:spPr>
        <p:txBody>
          <a:bodyPr/>
          <a:lstStyle/>
          <a:p>
            <a:r>
              <a:rPr lang="en-US" dirty="0"/>
              <a:t>Not just 1 or 0 anymore</a:t>
            </a:r>
          </a:p>
          <a:p>
            <a:r>
              <a:rPr lang="en-US" dirty="0"/>
              <a:t>Check the number of testcases that passed</a:t>
            </a:r>
          </a:p>
          <a:p>
            <a:r>
              <a:rPr lang="en-US" dirty="0"/>
              <a:t>The framework shows some (top 3) of the test cases that failed</a:t>
            </a:r>
          </a:p>
          <a:p>
            <a:r>
              <a:rPr lang="en-US" dirty="0"/>
              <a:t>Reveal the hidden function to the guesser</a:t>
            </a:r>
          </a:p>
          <a:p>
            <a:r>
              <a:rPr lang="en-US" dirty="0"/>
              <a:t>Show the user their guess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8F627-5FF3-D822-40A3-26ECE1992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181" y="509180"/>
            <a:ext cx="5229955" cy="58396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2380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BD4C-A9DF-0F40-8664-B9CBB66E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D78663-4F31-5BBA-ACE5-7E5C17246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651" y="1414490"/>
            <a:ext cx="10226697" cy="50783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20903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6E7B-1A83-428D-85E5-0ED56BB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289"/>
            <a:ext cx="10515600" cy="1325563"/>
          </a:xfrm>
        </p:spPr>
        <p:txBody>
          <a:bodyPr/>
          <a:lstStyle/>
          <a:p>
            <a:r>
              <a:rPr lang="en-US" dirty="0"/>
              <a:t>New type of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616E6-8DB7-3C8F-38A9-0C1B82273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35942" cy="4351338"/>
          </a:xfrm>
        </p:spPr>
        <p:txBody>
          <a:bodyPr/>
          <a:lstStyle/>
          <a:p>
            <a:r>
              <a:rPr lang="en-US" dirty="0"/>
              <a:t>Bubble sort</a:t>
            </a:r>
          </a:p>
          <a:p>
            <a:r>
              <a:rPr lang="en-US" dirty="0" err="1"/>
              <a:t>Arr.sort</a:t>
            </a:r>
            <a:r>
              <a:rPr lang="en-US" dirty="0"/>
              <a:t>() is an inbuilt and in our game, we don’t allow this because then its too trivial of a problem.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E1334-547E-AA7D-3F0A-CA43FF4CB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20" y="1327877"/>
            <a:ext cx="8366147" cy="53468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8619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0B55-B050-4496-9703-20799FEB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38B6A-C75F-5BA8-D7D1-384C5A81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4848" cy="4351338"/>
          </a:xfrm>
        </p:spPr>
        <p:txBody>
          <a:bodyPr/>
          <a:lstStyle/>
          <a:p>
            <a:r>
              <a:rPr lang="en-US" dirty="0"/>
              <a:t>For scoring its not 1 or 0 rather, the accuracy is checked: </a:t>
            </a:r>
          </a:p>
          <a:p>
            <a:pPr lvl="1"/>
            <a:r>
              <a:rPr lang="en-US" dirty="0"/>
              <a:t>Total passed cases / Total test cases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9B759-63A1-F75A-BF04-28E6B61D8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505" y="681037"/>
            <a:ext cx="5325218" cy="17909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2318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E282-0BA0-0270-8CFF-49122AAD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A3BF-FC4D-E5D7-630D-A84712529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for better prompts:</a:t>
            </a:r>
          </a:p>
          <a:p>
            <a:pPr lvl="1"/>
            <a:r>
              <a:rPr lang="en-US" dirty="0"/>
              <a:t>A good prompt should function for the “dumbest” model (at least the format of inputs should be followable)</a:t>
            </a:r>
          </a:p>
          <a:p>
            <a:pPr lvl="1"/>
            <a:r>
              <a:rPr lang="en-US" dirty="0"/>
              <a:t>More: </a:t>
            </a:r>
          </a:p>
          <a:p>
            <a:pPr lvl="2"/>
            <a:r>
              <a:rPr lang="en-US" dirty="0"/>
              <a:t>Models to test on</a:t>
            </a:r>
          </a:p>
          <a:p>
            <a:pPr lvl="2"/>
            <a:r>
              <a:rPr lang="en-US" dirty="0"/>
              <a:t>Scoring metrics</a:t>
            </a:r>
          </a:p>
          <a:p>
            <a:pPr lvl="2"/>
            <a:r>
              <a:rPr lang="en-US" dirty="0"/>
              <a:t>Problems</a:t>
            </a:r>
          </a:p>
          <a:p>
            <a:pPr lvl="2"/>
            <a:r>
              <a:rPr lang="en-US" dirty="0"/>
              <a:t>Refinement (but later)</a:t>
            </a:r>
          </a:p>
        </p:txBody>
      </p:sp>
    </p:spTree>
    <p:extLst>
      <p:ext uri="{BB962C8B-B14F-4D97-AF65-F5344CB8AC3E}">
        <p14:creationId xmlns:p14="http://schemas.microsoft.com/office/powerpoint/2010/main" val="216327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4755</TotalTime>
  <Words>520</Words>
  <Application>Microsoft Office PowerPoint</Application>
  <PresentationFormat>Widescreen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Induction Game</vt:lpstr>
      <vt:lpstr>Game Concept</vt:lpstr>
      <vt:lpstr>Old approach and Issue</vt:lpstr>
      <vt:lpstr>Solution 1 (VE)</vt:lpstr>
      <vt:lpstr>Solution 2 (Containers)</vt:lpstr>
      <vt:lpstr>Ephemeral Containers</vt:lpstr>
      <vt:lpstr>Integration</vt:lpstr>
      <vt:lpstr>Integration</vt:lpstr>
      <vt:lpstr>Implementation</vt:lpstr>
      <vt:lpstr>Sandbox response</vt:lpstr>
      <vt:lpstr>How do the test cases work?</vt:lpstr>
      <vt:lpstr>When the model fails </vt:lpstr>
      <vt:lpstr>Framework</vt:lpstr>
      <vt:lpstr>New type of problem</vt:lpstr>
      <vt:lpstr>Scoring</vt:lpstr>
      <vt:lpstr>Whats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Shahrukh Mohiuddin</dc:creator>
  <cp:lastModifiedBy>Shahrukh Mohiuddin</cp:lastModifiedBy>
  <cp:revision>17</cp:revision>
  <dcterms:created xsi:type="dcterms:W3CDTF">2026-01-09T19:33:26Z</dcterms:created>
  <dcterms:modified xsi:type="dcterms:W3CDTF">2026-01-14T10:41:30Z</dcterms:modified>
</cp:coreProperties>
</file>