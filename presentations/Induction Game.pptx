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73" r:id="rId3"/>
    <p:sldId id="27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0F55AD-1CB7-C48D-5973-E09B3F68B8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2A637D-2B6D-07F6-131D-6866634C08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E792A-B4A1-4E6C-A7A0-D6472D4D2F9B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14155-ABB3-5ADE-F5ED-018B812DD3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F2DB4-D639-38CC-5263-0A327B1E8F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32F87-69C4-4367-BD0C-908FB34E9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2781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3D1CD1-7CEB-43AC-9EBC-ABE399F222FE}" type="datetimeFigureOut">
              <a:rPr lang="en-US" smtClean="0"/>
              <a:t>16-Dec-25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528D71-0BBC-4E30-A7B9-864277B55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67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76E4-BE05-BEEA-AD51-6EFF84C2D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9E9ADA-3CFF-EB06-E464-1C1991076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40C12-85E8-87E7-458B-98485A5B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BD74-7D02-4667-8FE0-8D470F9AC3F6}" type="datetime1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97153-B720-5DA9-7142-AD67E6993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0D08A-4F76-816E-554E-AAE66D885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20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5D1B5-2E7C-A68D-A303-C0316FAD9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5A731-4209-4419-07FD-9098AA468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17B02-0E91-6D21-0B54-2E80EFB97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9A781-008C-48DB-9EB1-13C2367C9CB2}" type="datetime1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74FF3-B114-A4D0-015C-808B85A89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D33AF-C536-3EF2-5C8A-0F5BD5784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30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DC18D-A773-A4DA-CB1C-0A88CD875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7978B-5BAE-3AE6-4798-0B9A11962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C60A6-03B8-8181-697C-1DD6AD6E5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D9E7D-FF98-4391-9B8E-78ACAFC347FA}" type="datetime1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B9B25-856E-8B35-94A6-740CAB6F5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18CBC-3B11-8596-468D-C9846D36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7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D65F-C6E5-B3E2-BD50-80F5B3486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ED106-4B20-5305-8C2E-82C80C266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FC83F-2250-0460-F779-939FCEB21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C68EE-5CB7-C8CE-9718-17B14720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1F74F-CBE2-41F1-BBA7-E8B629301026}" type="datetime1">
              <a:rPr lang="en-US" smtClean="0"/>
              <a:t>16-Dec-25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45DDE-D06D-C926-85DD-65871F2C7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00258-2B53-9B7D-6425-6DB79C7D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34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1A066-4EBB-7A35-BBEA-00D376FE0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5DD7F-578F-AED2-03F2-135706E11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9E0DB-C9BB-536B-9FCD-32ACFAF55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49E96F-2205-0BDB-E1C4-580740599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2B646F-02E6-65EC-2C00-F57DA01F34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90F02E-E4E3-82E3-A362-A81F37363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6CF73-CC0D-4553-975B-5EC0898F728D}" type="datetime1">
              <a:rPr lang="en-US" smtClean="0"/>
              <a:t>16-Dec-25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43CB61-E090-D7BF-724E-AE6483DA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3ECC99-D77B-077D-BF35-A02A1D48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90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4840-5ED5-3AAF-49F6-54B8B9BD7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78110-0A44-C504-43C7-69533CD2A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E8BC8-403F-4EEC-AD6B-DC7BD4835F5B}" type="datetime1">
              <a:rPr lang="en-US" smtClean="0"/>
              <a:t>16-Dec-25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283F30-A7B5-821F-2104-0F1F1CC5B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417CD-E0F7-86CF-B745-5E663CC96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6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4C6BF-31BF-49FB-7D9F-0BD9880DC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79C53-F61A-4CA6-BDB9-3A93917967E8}" type="datetime1">
              <a:rPr lang="en-US" smtClean="0"/>
              <a:t>16-Dec-25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47E1AF-34FE-AC27-F89F-2C09A89D3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1A664-0D22-58F6-1A53-48C29E6B3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1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1C1EA-EE0E-E51B-CC3A-2F7962CA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C1A80-BDF0-E6FD-2B85-B72459C49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6AE6D-15E9-221F-3E65-49F2D874B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3B626-20F0-DC80-5DE0-5629C2937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EB29F-9438-4863-ABC9-84DBC86265C3}" type="datetime1">
              <a:rPr lang="en-US" smtClean="0"/>
              <a:t>16-Dec-25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2BB1A-8954-B49F-F9A6-89AB6D4EC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F415D-0F74-3432-A499-0852147A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7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2A888-A8A2-7076-0DF4-94270DBA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76AB9-B8CC-5C5E-7151-89F8DE2632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8718F-AA82-11D8-B16E-14637EB95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BE1B5-0EF4-3DF4-0B5F-5FBA3A497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28B21-AEEE-4D17-AB82-91ACF8370EC3}" type="datetime1">
              <a:rPr lang="en-US" smtClean="0"/>
              <a:t>16-Dec-25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95F5D-E899-11F5-C1A6-EA4823F59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FF34B-BD1E-F3AC-7EF6-FBA3AC1FB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71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10A3-D36D-4E0F-81C6-8CB878C26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4BC8D6-94F5-D339-F475-4ACBEB79C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DD07C-8FC3-1500-05BF-49AB3D0E5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54C42-9E3C-4356-9BD1-D354387C0684}" type="datetime1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761E0-DEEF-2100-52FE-BD334B3D3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65ABF-1784-737E-2285-702E7DFF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6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247288-686A-CF7B-8C86-2624E617D5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BC495-7060-4635-7947-69A7C66B8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A605B-F437-76E1-A440-BEEFBED87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E6A24-E009-4009-B412-D880A7BEFE36}" type="datetime1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3FCF6-CEE9-D2CE-6B8B-5A9DF82DC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E66F2-E975-7BE8-7401-B921F218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41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034795-D47F-343B-A5C8-4E6231F96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4B30E-CE25-6EB2-65AD-E8E72B62F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B6F21-B7C9-44C1-12A5-1D80F9DA5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91ED0C-F845-49A7-B49B-C56FF3A9A6F7}" type="datetime1">
              <a:rPr lang="en-US" smtClean="0"/>
              <a:t>16-Dec-25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A907-679E-67B2-4B08-0E38B522F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D075F-7DF4-79A0-215A-1F0BC43318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69516C-8F8D-47A0-9583-51CC87B5F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21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89CF0-848A-34B9-11F6-F60492F43F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Induction Game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30BBC-1C4E-007C-F625-56B94039F1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Shahrukh Mohiuddin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F82BC-1316-D326-A284-65701980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73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BD7D4-8476-CE1F-D77A-1A830DF92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649" y="812800"/>
            <a:ext cx="2085975" cy="2073275"/>
          </a:xfrm>
        </p:spPr>
        <p:txBody>
          <a:bodyPr>
            <a:normAutofit/>
          </a:bodyPr>
          <a:lstStyle/>
          <a:p>
            <a:r>
              <a:rPr lang="en-US" dirty="0"/>
              <a:t>Game concept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8839BA-743D-5A2F-6A4D-5CCCE1873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0425" y="276225"/>
            <a:ext cx="8477024" cy="590073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94D80-02D2-16BB-04F9-04FF36454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03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7A02-EEDA-5C09-B8F6-EEE3C31C8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78" y="122237"/>
            <a:ext cx="10515600" cy="1325563"/>
          </a:xfrm>
        </p:spPr>
        <p:txBody>
          <a:bodyPr/>
          <a:lstStyle/>
          <a:p>
            <a:r>
              <a:rPr lang="en-US" dirty="0"/>
              <a:t>Game Concept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B30E1C-46B4-3ECE-91C0-FF6D23E19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53" y="1447800"/>
            <a:ext cx="11182244" cy="51577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0A94C-0416-CD79-7292-E58A9AC6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64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62016-3E8A-7218-DBB5-16F60B452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000" dirty="0"/>
              <a:t>Game Concept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9DB9A-7BA3-F8A8-2502-E4D116D88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Provide signature to a model (Player)</a:t>
            </a:r>
          </a:p>
          <a:p>
            <a:r>
              <a:rPr lang="en-US" sz="2200" dirty="0"/>
              <a:t>Model requests output(s) based on input(s)</a:t>
            </a:r>
          </a:p>
          <a:p>
            <a:r>
              <a:rPr lang="en-US" sz="2200" dirty="0"/>
              <a:t>Based on the signature and I/</a:t>
            </a:r>
            <a:r>
              <a:rPr lang="en-US" sz="2200" dirty="0" err="1"/>
              <a:t>Os</a:t>
            </a:r>
            <a:r>
              <a:rPr lang="en-US" sz="2200" dirty="0"/>
              <a:t>, model guesses a logic for the given function in Python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9E0375-31D5-2C13-98F2-B831781D3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873" y="952785"/>
            <a:ext cx="8090627" cy="58298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423C6-F621-C5DA-EE39-3EB9D838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0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A9A8-34E4-B3EE-7FB9-59FDCDAB0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play (Math)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DB63F-B7F9-0E66-B884-7797F2A77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9126D8-7D73-5F82-3BC3-24E14D563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37" y="1665510"/>
            <a:ext cx="11366884" cy="46715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8BAF3-27FD-3C8B-D77E-02C620B1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2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B4111-B959-45E5-F8C9-6A2D5062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play (Math)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E42E26-0FAD-97D2-BE8F-0F9AB3A5E2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708080" cy="46395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6BF5E-BEFF-AFD6-8A29-B1B973766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86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E0C06-E3C0-FD2A-4B14-7D60F8898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play (String)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0DE32E-51B0-2364-F169-95D103E89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9115"/>
            <a:ext cx="9300770" cy="52833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619C8-9C61-9140-5088-924B0C67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40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00176-DEFC-8CCE-6E45-78C2C1B7A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play (String)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7E4C4A-AA40-171B-2529-AD916FB89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93677"/>
            <a:ext cx="10657114" cy="52455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47F78-DBE2-39A4-7077-57A7AB329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03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2C54-D175-BD58-6C3E-709B06C94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play (String)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45C5AD-94BA-6665-6D3F-9FC88BA5D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2057" t="2240" r="12424" b="-2240"/>
          <a:stretch>
            <a:fillRect/>
          </a:stretch>
        </p:blipFill>
        <p:spPr>
          <a:xfrm>
            <a:off x="0" y="2039322"/>
            <a:ext cx="12138912" cy="33487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D0CE3-66F3-2EB5-E271-FF19F27F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346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25F8-759C-AB33-9919-15BAA33B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370006" cy="1325563"/>
          </a:xfrm>
        </p:spPr>
        <p:txBody>
          <a:bodyPr/>
          <a:lstStyle/>
          <a:p>
            <a:r>
              <a:rPr lang="en-US" dirty="0"/>
              <a:t>The working (functions.py)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1413DE-F595-FD4E-49E1-A968C3C0C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155" y="2802194"/>
            <a:ext cx="7339300" cy="40164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B3F803-2AA1-7FBE-A0BE-A4A701174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651" y="34413"/>
            <a:ext cx="4609194" cy="678917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D73F1A-5268-8E27-EE9A-59B6DCD35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147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F05D-CCA0-F3EF-9E0C-E96C46D86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96991" cy="1325563"/>
          </a:xfrm>
        </p:spPr>
        <p:txBody>
          <a:bodyPr/>
          <a:lstStyle/>
          <a:p>
            <a:r>
              <a:rPr lang="en-US" dirty="0"/>
              <a:t>Instances. Json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D985D8-4693-A370-5E89-73607E88C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6271" y="33620"/>
            <a:ext cx="4878423" cy="67907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A28FB-B58F-F0BF-9C4F-8B1968FAD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22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BCF4-7732-A7DE-40B1-2D9A00249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94303"/>
            <a:ext cx="3094704" cy="1325563"/>
          </a:xfrm>
        </p:spPr>
        <p:txBody>
          <a:bodyPr/>
          <a:lstStyle/>
          <a:p>
            <a:r>
              <a:rPr lang="en-US" dirty="0"/>
              <a:t>Master.py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0D54E6-9A89-B0E6-B29C-4FC7722B0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8547" y="722578"/>
            <a:ext cx="8099323" cy="59194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8E90E-30A6-3B0D-8109-FFA756DDC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67841-FD27-4D6E-B4E2-65F2A44C3EAA}"/>
              </a:ext>
            </a:extLst>
          </p:cNvPr>
          <p:cNvSpPr txBox="1"/>
          <p:nvPr/>
        </p:nvSpPr>
        <p:spPr>
          <a:xfrm>
            <a:off x="442452" y="1799303"/>
            <a:ext cx="318565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checking</a:t>
            </a:r>
          </a:p>
        </p:txBody>
      </p:sp>
    </p:spTree>
    <p:extLst>
      <p:ext uri="{BB962C8B-B14F-4D97-AF65-F5344CB8AC3E}">
        <p14:creationId xmlns:p14="http://schemas.microsoft.com/office/powerpoint/2010/main" val="2339220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0018-24A6-A0D5-E15F-475751424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Master.py (Validation)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6A2FD-CD7C-E08A-8A35-CE01A2294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Parsing: using </a:t>
            </a:r>
            <a:r>
              <a:rPr lang="en-US" dirty="0" err="1"/>
              <a:t>ast.literal_eval</a:t>
            </a:r>
            <a:r>
              <a:rPr lang="en-US" dirty="0"/>
              <a:t> to parse inputs for safe execution of code. (regex and eval() could be used but they are not so safe)</a:t>
            </a:r>
          </a:p>
          <a:p>
            <a:r>
              <a:rPr lang="en-US" dirty="0"/>
              <a:t>Type validation: If the LLM (Player) provides us with the wrong input type, we check that before the code crashes.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47C8B-6A11-16B0-01FD-5B2CF88E2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45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31B6D-350B-24E3-A13A-C8FE0993E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of the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0A905-737D-CFA3-7809-E932F049D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inputs are valid, we execute</a:t>
            </a:r>
          </a:p>
          <a:p>
            <a:r>
              <a:rPr lang="en-US" dirty="0"/>
              <a:t>We run the inputs after we load the function from functions.py using </a:t>
            </a:r>
            <a:r>
              <a:rPr lang="en-US" dirty="0" err="1"/>
              <a:t>importlib</a:t>
            </a:r>
            <a:endParaRPr lang="en-US" dirty="0"/>
          </a:p>
          <a:p>
            <a:r>
              <a:rPr lang="en-US" dirty="0"/>
              <a:t>If the code crashes, we catch exceptions and return them as useful messages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C9810-2648-641E-9354-CB433BF8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02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BC517-2A82-588E-12A9-D6F1D45D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300"/>
              <a:t>_parse_response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AE15B3-6F6C-2092-1D8B-F01506B6D9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679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655E5-E771-A0B4-9688-F8223BA6E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US" sz="1800" dirty="0"/>
              <a:t>Guess: If the response of the LLM starts with the tag “Guess” then we expect the LLM to provide code.</a:t>
            </a:r>
          </a:p>
          <a:p>
            <a:r>
              <a:rPr lang="en-US" sz="1800" dirty="0"/>
              <a:t>We extract the code using an extraction function to get the code out of the code block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43496-421A-AD1F-E5DD-7A053B168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4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A69516C-8F8D-47A0-9583-51CC87B5F144}" type="slidenum"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51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B70EC-E9B4-3C1D-ADFC-53068E4AD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300"/>
              <a:t>_parse_response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279934-15FF-D0C8-A1AC-E80F7A5984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582" b="12187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7596023-39A1-CBBA-8762-267B5DEB7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response begins with “Input”, It is considered as an input for the hidden function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response is not “Guess” or “Input” it raises 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ParseError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A2663-DF9C-768A-8041-93C86E93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4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A69516C-8F8D-47A0-9583-51CC87B5F144}" type="slidenum"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437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8804-5D9C-BDE5-810F-9412667E2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_</a:t>
            </a:r>
            <a:r>
              <a:rPr lang="en-US" dirty="0" err="1"/>
              <a:t>advance_game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4CB57-F911-F6A1-C57E-3002004EE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player submits an “Input” </a:t>
            </a:r>
          </a:p>
          <a:p>
            <a:pPr lvl="1"/>
            <a:r>
              <a:rPr lang="en-US" dirty="0"/>
              <a:t>We use the input to run the function</a:t>
            </a:r>
          </a:p>
          <a:p>
            <a:r>
              <a:rPr lang="en-US" dirty="0"/>
              <a:t>If the player submits a “Guess”  </a:t>
            </a:r>
            <a:r>
              <a:rPr lang="en-US" i="1" dirty="0"/>
              <a:t>and</a:t>
            </a:r>
            <a:r>
              <a:rPr lang="en-US" dirty="0"/>
              <a:t> the input is </a:t>
            </a:r>
            <a:r>
              <a:rPr lang="en-US" b="1" dirty="0"/>
              <a:t>valid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We load the real function</a:t>
            </a:r>
          </a:p>
          <a:p>
            <a:pPr lvl="1"/>
            <a:r>
              <a:rPr lang="en-US" dirty="0"/>
              <a:t>We load the guessed function</a:t>
            </a:r>
          </a:p>
          <a:p>
            <a:pPr lvl="1"/>
            <a:r>
              <a:rPr lang="en-US" dirty="0"/>
              <a:t>We run a set of random I/O pairs on both functions and match the outputs</a:t>
            </a:r>
          </a:p>
          <a:p>
            <a:pPr lvl="1"/>
            <a:r>
              <a:rPr lang="en-US" dirty="0"/>
              <a:t>If the outputs match: </a:t>
            </a:r>
            <a:r>
              <a:rPr lang="en-US" b="1" dirty="0">
                <a:solidFill>
                  <a:schemeClr val="accent6"/>
                </a:solidFill>
              </a:rPr>
              <a:t>Success </a:t>
            </a:r>
            <a:r>
              <a:rPr lang="en-US" dirty="0"/>
              <a:t>else </a:t>
            </a:r>
            <a:r>
              <a:rPr lang="en-US" dirty="0">
                <a:solidFill>
                  <a:srgbClr val="FF0000"/>
                </a:solidFill>
              </a:rPr>
              <a:t>fail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97E8D-F16C-81DA-EB90-80E42679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758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E6143-3BBD-EDCD-981D-E5E5B093F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AF957-8EB6-5B50-FC91-172CA3A4E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122"/>
            <a:ext cx="10515600" cy="4351338"/>
          </a:xfrm>
        </p:spPr>
        <p:txBody>
          <a:bodyPr/>
          <a:lstStyle/>
          <a:p>
            <a:r>
              <a:rPr lang="en-US" dirty="0"/>
              <a:t>Evaluating if a model's performance is based on how difficult the problem is.</a:t>
            </a:r>
          </a:p>
          <a:p>
            <a:r>
              <a:rPr lang="en-US" dirty="0"/>
              <a:t>How do different models behave on the same difficulty level(s)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2B188-572C-3857-B94D-06980A0E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6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64DF-2637-4ADA-23B9-9088194BC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8F496-52FB-2206-C833-3294179A3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Gathering more functions from each category</a:t>
            </a:r>
          </a:p>
          <a:p>
            <a:r>
              <a:rPr lang="en-US" dirty="0"/>
              <a:t>Running more models</a:t>
            </a:r>
          </a:p>
          <a:p>
            <a:r>
              <a:rPr lang="en-US" dirty="0"/>
              <a:t>Defining evaluation and scoring metrics (speed, accuracy, time, , number of I/O pairs required, etc.)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8B7E8-3052-B9D4-A569-E4F75A341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516C-8F8D-47A0-9583-51CC87B5F14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23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2056</TotalTime>
  <Words>430</Words>
  <Application>Microsoft Office PowerPoint</Application>
  <PresentationFormat>Widescreen</PresentationFormat>
  <Paragraphs>67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Times New Roman</vt:lpstr>
      <vt:lpstr>Office Theme</vt:lpstr>
      <vt:lpstr>Induction Game</vt:lpstr>
      <vt:lpstr>Game concept</vt:lpstr>
      <vt:lpstr>Game Concept</vt:lpstr>
      <vt:lpstr>Game Concept</vt:lpstr>
      <vt:lpstr>Game play (Math)</vt:lpstr>
      <vt:lpstr>Game play (Math)</vt:lpstr>
      <vt:lpstr>Game play (String)</vt:lpstr>
      <vt:lpstr>Game play (String)</vt:lpstr>
      <vt:lpstr>Game play (String)</vt:lpstr>
      <vt:lpstr>The working (functions.py)</vt:lpstr>
      <vt:lpstr>Instances. Json</vt:lpstr>
      <vt:lpstr>Master.py</vt:lpstr>
      <vt:lpstr>Master.py (Validation)</vt:lpstr>
      <vt:lpstr>Execution of the functions</vt:lpstr>
      <vt:lpstr>_parse_response function</vt:lpstr>
      <vt:lpstr>_parse_response</vt:lpstr>
      <vt:lpstr>_advance_game</vt:lpstr>
      <vt:lpstr>Goals</vt:lpstr>
      <vt:lpstr>Way forward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Shahrukh Mohiuddin</dc:creator>
  <cp:lastModifiedBy>Shahrukh Mohiuddin</cp:lastModifiedBy>
  <cp:revision>28</cp:revision>
  <dcterms:created xsi:type="dcterms:W3CDTF">2025-12-14T11:26:16Z</dcterms:created>
  <dcterms:modified xsi:type="dcterms:W3CDTF">2025-12-16T13:18:34Z</dcterms:modified>
</cp:coreProperties>
</file>